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370832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🌿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AggroSen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 du Sénégal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7315200" cy="100584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Présentation du Projet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Workflow Git/GitHub en Condition Réelle d'Entreprise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1828800" cy="685800"/>
          </a:xfrm>
          <a:prstGeom prst="rect">
            <a:avLst>
              <a:gd name="adj" fmla="val 6667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PM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Papa Mbacke Ndiaye</a:t>
            </a:r>
            <a:endParaRPr lang="en-US" sz="12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E8EBE8"/>
                </a:solidFill>
              </a:rPr>
              <a:t>Chef de Projet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383280"/>
            <a:ext cx="1828800" cy="685800"/>
          </a:xfrm>
          <a:prstGeom prst="rect">
            <a:avLst>
              <a:gd name="adj" fmla="val 6667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QA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Fatou Kane Thiam</a:t>
            </a:r>
            <a:endParaRPr lang="en-US" sz="12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E8EBE8"/>
                </a:solidFill>
              </a:rPr>
              <a:t>QA — Testeuse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383280"/>
            <a:ext cx="1828800" cy="685800"/>
          </a:xfrm>
          <a:prstGeom prst="rect">
            <a:avLst>
              <a:gd name="adj" fmla="val 6667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FE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Ndeye Maguette Tall</a:t>
            </a:r>
            <a:endParaRPr lang="en-US" sz="12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E8EBE8"/>
                </a:solidFill>
              </a:rPr>
              <a:t>Dev Frontend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383280"/>
            <a:ext cx="1828800" cy="685800"/>
          </a:xfrm>
          <a:prstGeom prst="rect">
            <a:avLst>
              <a:gd name="adj" fmla="val 6667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BK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Marietou Sall</a:t>
            </a:r>
            <a:endParaRPr lang="en-US" sz="12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E8EBE8"/>
                </a:solidFill>
              </a:rPr>
              <a:t>Dev 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E8"/>
                </a:solidFill>
              </a:rPr>
              <a:t>Dakar, Sénégal — 2026  |  Mini-projet HTML/CSS + Git/GitHub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AggroSen — Présentation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Équipe du Projet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44752"/>
          <a:ext cx="3840480" cy="18288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Papa Mbacke Ndiaye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Fatou Kane Thiam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— Testeuse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Ndeye Maguette Tall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Marietou Sall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Arborescence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6758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4F"/>
                </a:solidFill>
              </a:rPr>
              <a:t>📄 index.html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03120" y="36758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</a:rPr>
              <a:t>— Page principale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38770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4F"/>
                </a:solidFill>
              </a:rPr>
              <a:t>📄 css/style.css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103120" y="38770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</a:rPr>
              <a:t>— Feuille de styles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0782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4F"/>
                </a:solidFill>
              </a:rPr>
              <a:t>📄 assets/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103120" y="407822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</a:rPr>
              <a:t>— Images &amp; ressources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42793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4F"/>
                </a:solidFill>
              </a:rPr>
              <a:t>📄 README.md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03120" y="42793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</a:rPr>
              <a:t>— Documentation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0" y="1005840"/>
            <a:ext cx="4251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1078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Contexte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63440" y="141732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AggroSen est une plateforme web de vente d'intrants agricoles en ligne dédiée aux agriculteurs sénégalais. Réalisé dans le cadre d'un atelier de simulation de workflow Git/GitHub en conditions réelles d'entreprise.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0" y="2834640"/>
            <a:ext cx="4251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63440" y="29077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Objectifs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63440" y="32461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5A5A"/>
                </a:solidFill>
              </a:rPr>
              <a:t>Simuler un workflow Git/GitHub d'entreprise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5A5A"/>
                </a:solidFill>
              </a:rPr>
              <a:t>Maîtriser les commandes Git essentielles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5A5A"/>
                </a:solidFill>
              </a:rPr>
              <a:t>Utiliser les Pull Requests pour la revue de code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5A5A"/>
                </a:solidFill>
              </a:rPr>
              <a:t>Livrer un site web HTML/CSS structuré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5A5A"/>
                </a:solidFill>
              </a:rPr>
              <a:t>Documenter et présenter le workflow de A à 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AggroSen — Description du Site Web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AggroSen — Première plateforme de vente d'intrants agricoles en ligne au Sénégal  |  Charte : vert profond · jaune doré · rouge 🇸🇳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18379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Navbar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liens nav, CTA Commander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84648" y="18379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84648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2 400+ produits · 14 régions · 15 000+ agriculteurs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" y="2606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Catégories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Semences, Engrais, Tracteurs, Irrigation, Pesticides…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2551176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84648" y="2606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Produits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84648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prix FCFA, badges Nouveau / Promo / Top vente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319272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6968" y="3374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Nous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arguments : Qualité, Livraison, Wave/Orange Money…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3319272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84648" y="3374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 Banner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464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 semences — code HIVERNAGE25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087368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968" y="41422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Témoignages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379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Kaolack · Thiès · Saint-Louis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4087368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84648" y="41422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+ Footer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84648" y="4379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email, contact, réseaux sociaux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3D24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017"/>
                </a:solidFill>
              </a:rPr>
              <a:t>🛠 HTML5 sémantique  ·  CSS3 / Flexbox / Grid  ·  Google Fonts (Playfair Display + DM Sans)  ·  Design responsive  ·  Site statique pur (0 JS framework)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Workflow Git/GitHub Suivi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73152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6" name="Shape 4"/>
          <p:cNvSpPr/>
          <p:nvPr/>
        </p:nvSpPr>
        <p:spPr>
          <a:xfrm>
            <a:off x="576072" y="1298448"/>
            <a:ext cx="384048" cy="38404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Init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Repo GitHub, branche dev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1298448"/>
            <a:ext cx="384048" cy="38404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89888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Clone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44168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git clone + git pull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15768" y="1298448"/>
            <a:ext cx="384048" cy="38404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9736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Tâches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14016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Trello / convention branches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85616" y="1298448"/>
            <a:ext cx="384048" cy="38404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9584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Dev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83864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Branches feature + commits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55464" y="1298448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9432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Revue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53712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PR, checklist QA, tests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25312" y="1298448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Merge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PR → dev, conflits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95160" y="1298448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39128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Release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93408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PR dev → main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065008" y="1298448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5008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08976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Démo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63256" y="20299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</a:rPr>
              <a:t>Présentation + rétro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0040" y="2606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🧑‍💻 Organisation des Rôles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71800"/>
          <a:ext cx="850392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Responsabilités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Git clés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Repo, PR, tests, merge, cleanup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init, push, merge PR, delete branch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Trello, README,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PR, commentaires,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HTML/CSS, responsive, corrections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-b feature/dev-..., commit,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assets, intégration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-b feature/back-..., chemins relatifs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3D24"/>
          </a:solidFill>
          <a:ln/>
        </p:spPr>
      </p:sp>
      <p:sp>
        <p:nvSpPr>
          <p:cNvPr id="41" name="Text 3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🌿 Convention de nommage  :  feature/&lt;role&gt;-&lt;description&gt;   Exemples : feature/dev-navbar · feature/back-assets · feature/qa-tests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Checklists Qualité &amp; Commandes Git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✍️ Avant d'ouvrir une PR (auteur)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Je suis à jour avec dev (git pull origin dev)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Ma branche a un seul objectif défini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Mes commits sont clairs et atomiques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J'ai ajouté une description complète à la PR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J'ai lié la carte Trello/Notion correspondante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J'ai testé localement (desktop + mobile)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51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60120"/>
            <a:ext cx="4251960" cy="41148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Avant de merger (QA)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Aucun conflit dans la PR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La PR cible bien la branche dev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Tests manuels OK : desktop et mobile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Aucun asset trop lourd (&gt; 200 Ko)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✅  README ou documentation mise à jour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Commandes Git de Référence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70832"/>
          <a:ext cx="8503920" cy="658368"/>
        </p:xfrm>
        <a:graphic>
          <a:graphicData uri="http://schemas.openxmlformats.org/drawingml/2006/table">
            <a:tbl>
              <a:tblPr/>
              <a:tblGrid>
                <a:gridCol w="2286000"/>
                <a:gridCol w="6217920"/>
              </a:tblGrid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Cloner le dépôt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clone git@github.com:&lt;org&gt;/&lt;repo&gt;.git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 placer sur dev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dev &amp;&amp; git pull origin dev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Créer une branche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-b feature/&lt;role&gt;-&lt;tache&gt;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Ajouter et commiter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. &amp;&amp; git commit -m "feat: ..."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Supprimer branche remote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 origin --delete &lt;branch&gt;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Bilan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960120"/>
            <a:ext cx="2029968" cy="347472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601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À FAIRE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" y="14173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4538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section Newsletter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" y="18745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911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images assets/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29968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9601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 COURS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14538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 README.md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18745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911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relatifs css/style.css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45152" y="960120"/>
            <a:ext cx="2029968" cy="34747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9601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 REVUE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90872" y="14173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36592" y="14538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 feature/dev-produits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90872" y="18745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1911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feature/dev-categories → dev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90872" y="23317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36592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feature/back-assets → dev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21424" y="960120"/>
            <a:ext cx="2029968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9601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TERMINÉ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67144" y="14173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12864" y="14538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du repo GitHub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67144" y="18745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12864" y="1911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branche dev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67144" y="23317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12864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67144" y="2788920"/>
            <a:ext cx="1938528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12864" y="2825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Hero + stats clés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2608" y="3474720"/>
            <a:ext cx="4160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2608" y="3474720"/>
            <a:ext cx="4160520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474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Réussites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" y="38587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✅  Workflow Git collaboratif (branches, PR, revue)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✅  Séparation propre HTML / 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✅  Site responsive et visuellement soigné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✅  Simulation fidèle des pratiques pro (standups, Trello)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81728" y="3474720"/>
            <a:ext cx="4160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81728" y="3474720"/>
            <a:ext cx="416052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3474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Difficultés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8587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⚡  Résolution de conflits Git (merges simultanés)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⚡  Cohérence des chemins relatifs HTML/CSS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</a:rPr>
              <a:t>⚡  Synchronisation de l'équipe (ordre des phases)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62272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Compétences Acquises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868680"/>
            <a:ext cx="3657600" cy="324612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Git &amp;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3832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Gestion de branches feature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Création et revue de Pull Requests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Résolution de conflits de merge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Convention de commit (feat:, chore:)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Release via PR dev → 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868680"/>
            <a:ext cx="3657600" cy="324612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Développement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3832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HTML5 sémantique structuré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CSS3 avec variables et Grid/Flex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Design responsive multi-écrans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Séparation des fichiers HTML/CSS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Arborescence professionnelle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1330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017"/>
                </a:solidFill>
              </a:rPr>
              <a:t>Projet réalisé par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4074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Papa Mbacke Ndiaye · Fatou Kane Thiam · Ndeye Maguette Tall · Marietou Sall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E8"/>
                </a:solidFill>
              </a:rPr>
              <a:t>Formation GitHub  |  Dakar, Sénégal —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AggroSen — Document de Présentation</dc:title>
  <dc:subject>PptxGenJS Presentation</dc:subject>
  <dc:creator>AggroSen Team</dc:creator>
  <cp:lastModifiedBy>AggroSen Team</cp:lastModifiedBy>
  <cp:revision>1</cp:revision>
  <dcterms:created xsi:type="dcterms:W3CDTF">2026-04-29T10:00:41Z</dcterms:created>
  <dcterms:modified xsi:type="dcterms:W3CDTF">2026-04-29T10:00:41Z</dcterms:modified>
</cp:coreProperties>
</file>